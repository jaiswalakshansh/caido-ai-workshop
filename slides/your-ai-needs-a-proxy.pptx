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everyone's letting AI fire blind curl at targets. Let's make it observable, safe, and actually good at finding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stakes before any tooling.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table stakes for pro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is the accelerant. But it costs you the fundamentals unless you keep the proxy.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lessons. This is the thesis: the AI must go THROUGH the proxy.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primitive. If it supports a proxy, it can feed Caido.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let Claude drive Caido. Different mechanism, different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this: the whole tool list sits in context. That's the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measure this in demo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all an agent is. The intelligence is the model; the leverage is the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go brrrr — still observable because it all lands in Caido.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credentials for each bridge. Host and port mismatches are the classic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we run is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 MCP at USER scope or it only works in one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engineering is the cost story. On a subscription, read token counts not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the client is the highest-leverage recon — it feeds the impact demos.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De-sloppified skill building: ground, verify, ship. Now it's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that earns its 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 does the deterministic replay; AI makes the semantic call. The division of labor is the whole philosophy.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Discovery plus instant impact testing. Finding ?url is nothing until the SSRF watcher lights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archive remembers the URLs they meant to delete. Triage at scale is the AI's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genuinely hard one. You can't fuzz what you can't read; the AI reads the JS. This is the hack-Google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endpoint, a thousand-type schema. Plugin draws the map; AI finds the dangerous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De-sloppified AI hacking in one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linked from the repo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Ethics + the token-hygiene lesson we learned the hard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488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YOUR AI NEEDS A PROXY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De-sloppify AI-assisted hacking with </a:t>
            </a:r>
            <a:pPr indent="0" marL="0">
              <a:buNone/>
            </a:pPr>
            <a:r>
              <a:rPr lang="en-US" sz="20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4114800"/>
            <a:ext cx="7863840" cy="64008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</a:t>
            </a:r>
            <a:pPr indent="0" marL="0">
              <a:buNone/>
            </a:pPr>
            <a:r>
              <a:rPr lang="en-US" sz="1800" dirty="0">
                <a:solidFill>
                  <a:srgbClr val="FB7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-x 127.0.0.1:8080</a:t>
            </a:r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target.com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·  MCP &amp; Skills  ·  real critical/high bugs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professional testing requires — and how AI throws it away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proxy gives you the non-negotiables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482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04825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Fence testing to allowed hosts and paths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320040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998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09981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check every request and response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25196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1513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151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so you don't hammer the target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530352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202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logging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520293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 of traffic, kept for the report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Make it go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brrrrrrrr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accelerant — speed and scale. But…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Bolt on AI and you lose all five — unless it goes through the proxy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all traffic — for the report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52544" y="2011680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21945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7889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31546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searchable DB of that traffic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5008" y="2011680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3608" y="21945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93608" y="27889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31546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proven, deterministic tooling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1879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78231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148072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hack the planet, don't drop tables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52544" y="4005072"/>
            <a:ext cx="3456432" cy="1737360"/>
          </a:xfrm>
          <a:prstGeom prst="roundRect">
            <a:avLst>
              <a:gd name="adj" fmla="val 2632"/>
            </a:avLst>
          </a:prstGeom>
          <a:solidFill>
            <a:srgbClr val="F3F5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1144" y="41879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81144" y="478231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81144" y="5148072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able to take over easily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architecture: two bridges and a loop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Any tool with a proxy flag feeds Caido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8961120" cy="73152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127.0.0.1:8080 target.com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curl's traffic through Caido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566160"/>
            <a:ext cx="8961120" cy="73152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6616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127.0.0.1:8080 -c jar.txt target.com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cookies across calls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Browser, curl, or the AI agent — all become inspectable Caido traffic.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Two bridges from the agent to Caido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4206240"/>
          </a:xfrm>
          <a:prstGeom prst="roundRect">
            <a:avLst>
              <a:gd name="adj" fmla="val 870"/>
            </a:avLst>
          </a:prstGeom>
          <a:solidFill>
            <a:srgbClr val="F3F5F8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40280"/>
            <a:ext cx="502920" cy="50292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2240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of typed tools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918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~66 Tools + 6 Resources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protocol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build — just register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schemas live in context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920240"/>
            <a:ext cx="5120640" cy="4206240"/>
          </a:xfrm>
          <a:prstGeom prst="roundRect">
            <a:avLst>
              <a:gd name="adj" fmla="val 870"/>
            </a:avLst>
          </a:prstGeom>
          <a:solidFill>
            <a:srgbClr val="F3F5F8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2240280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78040" y="2240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Skills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SKILL.md + a CLI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2918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load on demand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pipes CLI commands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on tokens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build the CLI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 on the wire: discoverable, but heavy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2834640"/>
          </a:xfrm>
          <a:prstGeom prst="roundRect">
            <a:avLst>
              <a:gd name="adj" fmla="val 129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SENT: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"method": "tools/list" }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1546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RECV: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"tools": [ { "name": "caido_send_request", ... }, ... x66 ] }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29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~66 tool schemas now live in the model's context — great discoverability, real token cost.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Which bridge? Measure it, don't guess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834640" cy="658368"/>
          </a:xfrm>
          <a:prstGeom prst="rect">
            <a:avLst/>
          </a:prstGeom>
          <a:solidFill>
            <a:srgbClr val="11161D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01168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74720" y="2011680"/>
            <a:ext cx="4023360" cy="658368"/>
          </a:xfrm>
          <a:prstGeom prst="rect">
            <a:avLst/>
          </a:prstGeom>
          <a:solidFill>
            <a:srgbClr val="11161D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39312" y="20116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98080" y="2011680"/>
            <a:ext cx="4023360" cy="658368"/>
          </a:xfrm>
          <a:prstGeom prst="rect">
            <a:avLst/>
          </a:prstGeom>
          <a:solidFill>
            <a:srgbClr val="11161D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62672" y="20116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670048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6700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74720" y="2670048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9312" y="26700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on demand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2670048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62672" y="26700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all tools loaded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332841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0" y="3328416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33284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folder + CLI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498080" y="3328416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62672" y="33284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server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3986784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398678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474720" y="3986784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39312" y="39867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CLI commands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98080" y="3986784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62672" y="39867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typed tools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645152"/>
            <a:ext cx="28346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" y="464515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474720" y="4645152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39312" y="4645152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efficiency, custom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498080" y="4645152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4645152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broad access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5778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MCP to start fast; Skills to save tokens and go custom. Prove it live with /cost.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agent is a fancy loop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161B22"/>
          </a:solidFill>
          <a:ln w="19050">
            <a:solidFill>
              <a:srgbClr val="FB7E1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88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task)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886200" y="2468880"/>
            <a:ext cx="45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B7E14"/>
                </a:solidFill>
              </a:rPr>
              <a:t>→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389120" y="246888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161B22"/>
          </a:solidFill>
          <a:ln w="19050">
            <a:solidFill>
              <a:srgbClr val="FB7E1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4688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Skills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hands)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2468880"/>
            <a:ext cx="45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B7E14"/>
                </a:solidFill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8138160" y="246888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161B22"/>
          </a:solidFill>
          <a:ln w="19050">
            <a:solidFill>
              <a:srgbClr val="FB7E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4688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= the tools you put in the loop. This whole workshop is about those tools.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Scale it — one searchable history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515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a VPS  →  Caido proxy  →  target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out: many agents, many VPSs — all funneling through Caido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observable, still scoped: every request lands in one HTTPQL-searchable database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auth model — where 90% of setup pain lives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1031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 token / OAuth login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2004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SDK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3200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  (caido_…)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Gotchas:  </a:t>
            </a:r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must match the token (localhost ≠ 127.0.0.1)  ·  port must match your instance (8080, not 8082)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Practical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github.com/jaiswalakshansh/caido-ai-workshop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01–02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Connect — both bridges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4023360"/>
          </a:xfrm>
          <a:prstGeom prst="roundRect">
            <a:avLst>
              <a:gd name="adj" fmla="val 909"/>
            </a:avLst>
          </a:prstGeom>
          <a:solidFill>
            <a:srgbClr val="F3F5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7E1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MCP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432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Go server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(localhost, your port)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mcp add -s user  ← user scope!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What caido projects do I have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920240"/>
            <a:ext cx="5120640" cy="4023360"/>
          </a:xfrm>
          <a:prstGeom prst="roundRect">
            <a:avLst>
              <a:gd name="adj" fmla="val 909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Skill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74320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dlx skills add caido/skills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  (Node 24)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CAIDO_PAT=caido_…</a:t>
            </a:r>
            <a:endParaRPr lang="en-US" sz="15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What caido projects do I have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Find the secret — and compare cost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the browser → run the lab → ask: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1116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if there is a secret value in the caido history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5120640" cy="2194560"/>
          </a:xfrm>
          <a:prstGeom prst="roundRect">
            <a:avLst>
              <a:gd name="adj" fmla="val 2083"/>
            </a:avLst>
          </a:prstGeom>
          <a:solidFill>
            <a:srgbClr val="F3F5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404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commands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383280"/>
            <a:ext cx="5120640" cy="2194560"/>
          </a:xfrm>
          <a:prstGeom prst="roundRect">
            <a:avLst>
              <a:gd name="adj" fmla="val 2083"/>
            </a:avLst>
          </a:prstGeom>
          <a:solidFill>
            <a:srgbClr val="F3F5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8404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</a:t>
            </a:r>
            <a:endParaRPr lang="en-US" sz="7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job, Skill is leaner. /cost + /context tell the story (pattern, not a fixed count).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JS recon → staged Replay sessions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 file.js and create replay sessions for all endpoints. Don't fix the content length. Don't send requests.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fix content length"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32004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reconstruction — tests precise instruction-following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14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send requests"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41148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the AI stages, you fire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50292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endpoints + body shapes, incl. a staging host and a role field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a skill that drives a Caido plugin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3957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real SDK docs + the plugin repo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27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5844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packages, read the types — don't guess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416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7731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 that typechecks and runs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the caido-quickssrf skill — reusable, extends to any Caido plugin.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FB7E1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2395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Impact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bugs that pay — what most AI-hacking talks skip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06 · AUTHMATRIX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Authorization testing (BOLA / BFLA)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replays every request as every user — deterministic grid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the response bodies and judges real leak vs. legit (the hard part)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#1 — what no scanner can decide on its own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"For each cell where a lower-priv identity got another user's data, compare bodies and decide if it's a real break. Table first."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07 · PARAMFINDER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Hidden parameter &amp; header mining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brute-forces hidden query/body/header params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triages each: ?url→SSRF, ?file→LFI, ?debug→leak, header→cache poison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weaponizes with caido_batch_send + the QuickSSRF canary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"Read the ParamFinder findings, classify each param's likely bug, and TEST it. Show which actually changed behavior, ranked by severity."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08 · WAYBACK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B7E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Archive recon → forgotten endpoints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 / waybackurls / katana pull thousands of historical URLs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triages: old API versions, debug, backups, retired auth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caido_batch_send probes the shortlist — still-live, still-sensitive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"Rank these 5,000 archived URLs by bug potential, give me the top 50 to probe in scope, then GET them and flag what's live and sensitive."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09 · GRPC-WEB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Decode &amp; tamper protobuf on a live target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gRPC-web / protobuf / batchexecute bodies are opaque binary — most skip them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the app's own JS to recover the message schema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→ tamper a field → re-encode → test IDOR/authz in Replay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"Reconstruct the message schema for this RPC from the JS in history, show the decoded body, then re-encode with user_id changed — don't send."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10 · GRAPHQL-ANALYZER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628632" y="4114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28632" y="411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GraphQL assault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maps the schema (introspection or inferred)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picks the dangerous mutations + IDOR-shaped queries from hundreds of types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authz, node(id:) IDOR, and alias/batch rate-limit bypass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 state-changing + cross-user mutations and IDOR-candidate queries, then craft GraphQL to prove IDOR and aliased-batch rate-limit bypass."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9202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Explore fast with AI.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Crystallize the repeatable part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into deterministic tooling.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proxy is the chokepoint: observable · scoped · reversible.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HOME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61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Resources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github.com/jaiswalakshansh/caido-ai-workshop  (this repo)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github.com/caido/skills  ·  github.com/c0tton-fluff/caido-mcp-server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Plugins: caido-community/ — authmatrix · ParamFinder · GraphQL-Analyzer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JS-Analyzer · quickssrf · crawler · scanner · JWT-Analyzer</a:t>
            </a:r>
            <a:endParaRPr lang="en-US" sz="15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11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github.com/vitorfhc/caido-rpc-mapper  ·  labs.trace37.com/blog/caido-ai-hunting-platform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4688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7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852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 what you're authorized to test.  ·  A PAT in a prompt is a leaked PAT — rotate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AI Needs a Proxy</dc:title>
  <dc:subject>PptxGenJS Presentation</dc:subject>
  <dc:creator>jaiswalakshansh</dc:creator>
  <cp:lastModifiedBy>jaiswalakshansh</cp:lastModifiedBy>
  <cp:revision>1</cp:revision>
  <dcterms:created xsi:type="dcterms:W3CDTF">2026-10-09T19:55:09Z</dcterms:created>
  <dcterms:modified xsi:type="dcterms:W3CDTF">2026-10-09T19:55:09Z</dcterms:modified>
</cp:coreProperties>
</file>