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everyone's letting AI fire blind curl at targets. Let's make it observable, safe, and actually good at finding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 before any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table stakes for pro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the accelerant. But it costs you the fundamentals unless you keep the proxy.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lessons. This is the thesis: the AI must go THROUGH the proxy.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how.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primitive. If it supports a proxy, it can feed Caido.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let Claude drive Caido. Different mechanism, different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this: the whole tool list sits in context. That's the catch.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measure this in demo 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all an agent is. The intelligence is the model; the leverage is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go brrrr — still observable because it all lands in Caido.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credentials for each bridge. Host and port mismatches are the classic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we run is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MCP at USER scope or it only works in one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engineering is the cost story. On a subscription, read token counts not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the client is the highest-leverage recon — it feeds the impact 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De-sloppified skill building: ground, verify, ship. Now it's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part that earns its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Death by tedium manually; seconds here. The demo that earns its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weaponize the skill we just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 tool + smart driver. Only on test accounts you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the client is the highest-leverage recon — privilege escalation.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hack-Google trick. Explore with AI, harden into a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De-sloppified AI hacking in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linked from the repo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Ethics + the token-hygiene lesson we learned the hard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YOUR AI NEEDS A PROXY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De-sloppify AI-assisted hacking with </a:t>
            </a:r>
            <a:pPr indent="0" marL="0">
              <a:buNone/>
            </a:pPr>
            <a:r>
              <a:rPr lang="en-US" sz="20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411480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</a:t>
            </a:r>
            <a:pPr indent="0" marL="0">
              <a:buNone/>
            </a:pPr>
            <a:r>
              <a:rPr lang="en-US" sz="1800" dirty="0">
                <a:solidFill>
                  <a:srgbClr val="FB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127.0.0.1:8080</a:t>
            </a:r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target.com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 ·  MCP &amp; Skills  ·  real critical/high bugs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professional testing requires — and how AI throws it away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proxy gives you the non-negotiables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482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04825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testing to allowed hosts and paths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200400"/>
            <a:ext cx="457200" cy="45720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0998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09981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check every request and response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51960"/>
            <a:ext cx="457200" cy="45720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513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151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Throttle so you don't hammer the target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029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logging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20293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of traffic, kept for the report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Make it go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B7E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brrrrrrrr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accelerant — speed and scale. But…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Bolt on AI and you lose all five — unless it goes through the proxy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56432" cy="1737360"/>
          </a:xfrm>
          <a:prstGeom prst="roundRect">
            <a:avLst>
              <a:gd name="adj" fmla="val 2632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E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1546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traffic — for the report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2011680"/>
            <a:ext cx="3456432" cy="1737360"/>
          </a:xfrm>
          <a:prstGeom prst="roundRect">
            <a:avLst>
              <a:gd name="adj" fmla="val 2632"/>
            </a:avLst>
          </a:prstGeom>
          <a:solidFill>
            <a:srgbClr val="F3F5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1144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E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788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81144" y="31546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DB of that traffic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2011680"/>
            <a:ext cx="3456432" cy="1737360"/>
          </a:xfrm>
          <a:prstGeom prst="roundRect">
            <a:avLst>
              <a:gd name="adj" fmla="val 2632"/>
            </a:avLst>
          </a:prstGeom>
          <a:solidFill>
            <a:srgbClr val="F3F5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3608" y="21945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E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278892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93608" y="3154680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proven, deterministic tooling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3456432" cy="1737360"/>
          </a:xfrm>
          <a:prstGeom prst="roundRect">
            <a:avLst>
              <a:gd name="adj" fmla="val 2632"/>
            </a:avLst>
          </a:prstGeom>
          <a:solidFill>
            <a:srgbClr val="F3F5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1879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E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78231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514807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hack the planet, don't drop tables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005072"/>
            <a:ext cx="3456432" cy="1737360"/>
          </a:xfrm>
          <a:prstGeom prst="roundRect">
            <a:avLst>
              <a:gd name="adj" fmla="val 2632"/>
            </a:avLst>
          </a:prstGeom>
          <a:solidFill>
            <a:srgbClr val="F3F5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81144" y="41879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E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581144" y="478231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581144" y="5148072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able to take over easily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architecture: two bridges and a loop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Any tool with a proxy flag feeds Caido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896112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127.0.0.1:8080 target.com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curl's traffic through Caido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896112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56616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-x 127.0.0.1:8080 -c jar.txt target.com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cookies across calls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curl, or the AI agent — all become inspectable Caido traffic.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bridges from the agent to Caido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206240"/>
          </a:xfrm>
          <a:prstGeom prst="roundRect">
            <a:avLst>
              <a:gd name="adj" fmla="val 870"/>
            </a:avLst>
          </a:prstGeom>
          <a:solidFill>
            <a:srgbClr val="F3F5F8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240280"/>
            <a:ext cx="502920" cy="50292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9164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MCP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of typed tools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918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 Tools + 6 Resources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protocol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 — just register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schemas live in context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120640" cy="4206240"/>
          </a:xfrm>
          <a:prstGeom prst="roundRect">
            <a:avLst>
              <a:gd name="adj" fmla="val 870"/>
            </a:avLst>
          </a:prstGeom>
          <a:solidFill>
            <a:srgbClr val="F3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24028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7804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SKILL.md + a CLI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29184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load on demand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pipes CLI commands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on tokens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build the CLI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MCP on the wire: discoverable, but heavy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2834640"/>
          </a:xfrm>
          <a:prstGeom prst="roundRect">
            <a:avLst>
              <a:gd name="adj" fmla="val 129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SENT:  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"method": "tools/list" }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546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E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RECV:  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"tools": [ { "name": "caido_send_request", ... }, ... x66 ] 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~66 tool schemas now live in the model's context — great discoverability, real token cost.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bridge? Measure it, don't guess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834640" cy="658368"/>
          </a:xfrm>
          <a:prstGeom prst="rect">
            <a:avLst/>
          </a:prstGeom>
          <a:solidFill>
            <a:srgbClr val="11161D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0116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4023360" cy="658368"/>
          </a:xfrm>
          <a:prstGeom prst="rect">
            <a:avLst/>
          </a:prstGeom>
          <a:solidFill>
            <a:srgbClr val="11161D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39312" y="20116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2011680"/>
            <a:ext cx="4023360" cy="658368"/>
          </a:xfrm>
          <a:prstGeom prst="rect">
            <a:avLst/>
          </a:prstGeom>
          <a:solidFill>
            <a:srgbClr val="11161D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62672" y="20116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2834640" cy="658368"/>
          </a:xfrm>
          <a:prstGeom prst="rect">
            <a:avLst/>
          </a:prstGeom>
          <a:solidFill>
            <a:srgbClr val="F3F5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700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0" y="26700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9312" y="2670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on demand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98080" y="267004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62672" y="2670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all tools loaded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2834640" cy="658368"/>
          </a:xfrm>
          <a:prstGeom prst="rect">
            <a:avLst/>
          </a:prstGeom>
          <a:solidFill>
            <a:srgbClr val="F3F5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3284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332841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39312" y="33284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folder + CLI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332841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62672" y="33284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server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986784"/>
            <a:ext cx="2834640" cy="658368"/>
          </a:xfrm>
          <a:prstGeom prst="rect">
            <a:avLst/>
          </a:prstGeom>
          <a:solidFill>
            <a:srgbClr val="F3F5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39867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74720" y="398678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39312" y="398678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CLI commands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398678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62672" y="398678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typed tools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4645152"/>
            <a:ext cx="2834640" cy="658368"/>
          </a:xfrm>
          <a:prstGeom prst="rect">
            <a:avLst/>
          </a:prstGeom>
          <a:solidFill>
            <a:srgbClr val="F3F5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46451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74720" y="464515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39312" y="46451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efficiency, custom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98080" y="4645152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464515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broad access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MCP to start fast; Skills to save tokens and go custom. Prove it live with /cost.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agent is a fancy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161B22"/>
          </a:solidFill>
          <a:ln w="19050">
            <a:solidFill>
              <a:srgbClr val="FB7E1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task)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86200" y="246888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B7E14"/>
                </a:solidFill>
              </a:rPr>
              <a:t>→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389120" y="246888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161B22"/>
          </a:solidFill>
          <a:ln w="19050">
            <a:solidFill>
              <a:srgbClr val="FB7E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4688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Skills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hands)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246888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B7E14"/>
                </a:solidFill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138160" y="2468880"/>
            <a:ext cx="3200400" cy="1463040"/>
          </a:xfrm>
          <a:prstGeom prst="roundRect">
            <a:avLst>
              <a:gd name="adj" fmla="val 3750"/>
            </a:avLst>
          </a:prstGeom>
          <a:solidFill>
            <a:srgbClr val="161B22"/>
          </a:solidFill>
          <a:ln w="19050">
            <a:solidFill>
              <a:srgbClr val="FB7E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4688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done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= the tools you put in the loop. This whole workshop is about those tools.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Scale it — one searchable history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 a VPS  →  Caido proxy  →  target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out: many agents, many VPSs — all funneling through Caido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observable, still scoped: every request lands in one HTTPQL-searchable database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HOW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auth model — where 90% of setup pain lives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1031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access token / OAuth login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/ SDK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200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  (caido_…)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5488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Gotchas:  </a:t>
            </a:r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must match the token (localhost ≠ 127.0.0.1)  ·  port must match your instance (8080, not 8082)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Practical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github.com/jaiswalakshansh/caido-ai-workshop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01–02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Connect — both bridges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4023360"/>
          </a:xfrm>
          <a:prstGeom prst="roundRect">
            <a:avLst>
              <a:gd name="adj" fmla="val 909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7E1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MCP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Go server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(localhost, your port)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-s user  ← user scope!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What caido projects do I have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0" y="1920240"/>
            <a:ext cx="5120640" cy="4023360"/>
          </a:xfrm>
          <a:prstGeom prst="roundRect">
            <a:avLst>
              <a:gd name="adj" fmla="val 909"/>
            </a:avLst>
          </a:prstGeom>
          <a:solidFill>
            <a:srgbClr val="F3F5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4652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7432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dlx skills add caido/skills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  (Node 24)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CAIDO_PAT=caido_…</a:t>
            </a:r>
            <a:endParaRPr lang="en-US" sz="15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What caido projects do I have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secret — and compare cost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the browser → run the lab → ask: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1116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if there is a secret value in the caido history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5120640" cy="2194560"/>
          </a:xfrm>
          <a:prstGeom prst="roundRect">
            <a:avLst>
              <a:gd name="adj" fmla="val 2083"/>
            </a:avLst>
          </a:prstGeom>
          <a:solidFill>
            <a:srgbClr val="F3F5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40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3383280"/>
            <a:ext cx="5120640" cy="2194560"/>
          </a:xfrm>
          <a:prstGeom prst="roundRect">
            <a:avLst>
              <a:gd name="adj" fmla="val 2083"/>
            </a:avLst>
          </a:prstGeom>
          <a:solidFill>
            <a:srgbClr val="F3F5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840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5029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Skill is leaner. /cost + /context tell the story (pattern, not a fixed count).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JS recon → staged Replay sessions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 file.js and create replay sessions for all endpoints. Don't fix the content length. Don't send requests.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fix content length"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32004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reconstruction — tests precise instruction-following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send requests"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41148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the AI stages, you fire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29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5029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endpoints + body shapes, incl. a staging host and a role field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a skill that drives a Caido plugin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039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3957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real SDK docs + the plugin repo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27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584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packages, read the types — don't guess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416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1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7731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 that typechecks and runs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caido-quickssrf skill — reusable, extends to any Caido plugin.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FB7E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2395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Impact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31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bugs that pay — what most AI-hacking talks skip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628632" y="4114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28632" y="411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IDOR / BOLA matrix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{victim A, attacker B, no-auth} across every object-id endpoint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caido_batch_send fires the whole matrix in parallel, then diffs responses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any endpoint where B or no-auth returns A's data → OWASP API #1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"…build 3 variants swapping only credentials, send with caido_batch_send, diff vs A, show the verdict table first."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628632" y="4114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28632" y="411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Blind SSRF at scale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Weaponize the skill from demo 05: one OAST canary URL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it into every url/redirect/webhook/image parameter across traffic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callbacks (DNS/HTTP + headers) — a hit you'd never see in a response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"Our canary is &lt;oast-url&gt;. Inject into every URL-ish param and send through Caido; tell me which request each came from."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628632" y="4114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B7E1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28632" y="411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Race conditions / limit bypass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caido_race_window_send: synchronized last-byte copies (single-packet technique)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single-use limits: coupon reuse, double-spend, over-withdraw, invite stuffing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can't time races — the proxy does it deterministically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"Send 20 synchronized last-byte copies of request &lt;ID&gt;; report whether the one-time limit was bypassed."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09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628632" y="4114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28632" y="411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Mass assignment &amp; hidden authz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fields the UI never shows: role=admin, isAdmin=true, verified=true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discovered + inferred admin/debug endpoints with normal and no token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straight out of the demo-04 JS recon (the role field)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 privilege fields the UI never sends; report which the server accepts. Then probe admin/debug endpoints unauth'd."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628632" y="4114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28632" y="4114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GraphQL / gRPC recon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opaque batchexecute?rpcids=… from the app's own JS in Caido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GraphQL schema when introspection is disabled</a:t>
            </a:r>
            <a:endParaRPr lang="en-US" sz="15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bake the repeatable part into a deterministic Caido plugin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5488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"Reverse the rpcids request from the JS in caido history; draft a markdown report. Then build a plugin to map rpcids → RPC name."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10789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Explore fast with AI.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Crystallize the repeatable part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into deterministic tooling.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is the chokepoint: observable · scoped · reversible.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HOME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61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Resources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10789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github.com/jaiswalakshansh/caido-ai-workshop  (this repo)</a:t>
            </a:r>
            <a:endParaRPr lang="en-US" sz="17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github.com/caido/skills  ·  github.com/c0tton-fluff/caido-mcp-server</a:t>
            </a:r>
            <a:endParaRPr lang="en-US" sz="17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github.com/caido-community/quickssrf  ·  github.com/vitorfhc/caido-rpc-mapper</a:t>
            </a:r>
            <a:endParaRPr lang="en-US" sz="17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11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labs.trace37.com/blog/caido-ai-hunting-platform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EDF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5661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test what you're authorized to test.  ·  A PAT in a prompt is a leaked PAT — rotate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AI Needs a Proxy</dc:title>
  <dc:subject>PptxGenJS Presentation</dc:subject>
  <dc:creator>jaiswalakshansh</dc:creator>
  <cp:lastModifiedBy>jaiswalakshansh</cp:lastModifiedBy>
  <cp:revision>1</cp:revision>
  <dcterms:created xsi:type="dcterms:W3CDTF">2026-10-09T19:40:14Z</dcterms:created>
  <dcterms:modified xsi:type="dcterms:W3CDTF">2026-10-09T19:40:14Z</dcterms:modified>
</cp:coreProperties>
</file>